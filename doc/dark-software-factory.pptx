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731520"/>
            <a:ext cx="3200400" cy="3200400"/>
          </a:xfrm>
          <a:prstGeom prst="ellipse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1097280"/>
            <a:ext cx="1828800" cy="1828800"/>
          </a:xfrm>
          <a:prstGeom prst="ellipse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645920"/>
            <a:ext cx="1097280" cy="1097280"/>
          </a:xfrm>
          <a:prstGeom prst="ellipse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0"/>
                </a:solidFill>
              </a:rPr>
              <a:t>DNB Liv · Transaction Compliance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Dark Software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DAEA"/>
                </a:solidFill>
              </a:rPr>
              <a:t>Fra klartekst til produksjonsklar kode
— uten menneskelig kodeskriving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 w="127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 AI-agenter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4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 w="127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Train/test-separasjon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512064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 w="127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Self-healing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512064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 w="127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Self-evolving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Hva er Dark Software Factory?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Konseptet og motivasjonen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Autonom utviklingspipeline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En Dark Software Factory er en pipeline der AI-agenter tar en oppgave fra klartekst
til ferdig, testet og reviewet kode — uten at mennesker skriver én linje.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Oppgave
(klartekst)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4812.0" y="2400300.0"/>
            <a:ext cx="237744.0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27148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7148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Architect
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18204.0" y="2400300.0"/>
            <a:ext cx="237744.0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20540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540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Developer
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1596.0" y="2400300.0"/>
            <a:ext cx="237744.0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13932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3932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Review +
Test (par.)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4988.0" y="2400300.0"/>
            <a:ext cx="237744.0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7324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7324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
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98380.0" y="2400300.0"/>
            <a:ext cx="237744.0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00716" y="19202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00716" y="1920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Commit
+ PR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46120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246120"/>
            <a:ext cx="73152" cy="96012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101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Mennesket definerer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301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Hva skal bygges og hvorfor (CLAUDE.md + scenarios/)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3246120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56832" y="3246120"/>
            <a:ext cx="73152" cy="96012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55A"/>
                </a:solidFill>
              </a:rPr>
              <a:t>Agentene leverer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6301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Kode, tester, review, evaluering og commit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11155680" cy="804672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434840"/>
            <a:ext cx="64008" cy="804672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72000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865"/>
                </a:solidFill>
              </a:rPr>
              <a:t>"Fabrikken er mørk fordi ingen mennesker rører koden — akkurat som en moderne fabrikk kjører uten lys."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Industriell virkelighet — ikke hypotese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828800" cy="50292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Selskap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005840"/>
            <a:ext cx="6858000" cy="50292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060704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Hva de gjør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1005840"/>
            <a:ext cx="2468880" cy="50292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060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18288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4533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StrongDM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508760"/>
            <a:ext cx="68580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545336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Ingen menneskeskrevet kode siden juli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508760"/>
            <a:ext cx="24688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4533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Produksjon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116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04825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Spotify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011680"/>
            <a:ext cx="6858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2048256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650 AI-genererte pull requests per måned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0116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04825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Produksjon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18288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5117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Stripe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2514600"/>
            <a:ext cx="68580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2551176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1 300+ AI-PRs per uke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2514600"/>
            <a:ext cx="24688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5511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Produksjon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01752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0540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Cursor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3017520"/>
            <a:ext cx="6858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3054096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70 % av ny kode skrevet av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0175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30540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Produksjon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46120"/>
            <a:ext cx="11155680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383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Nøkkelpoeng for DNB Liv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947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822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 fleste team er på nivå 2 (chat-koding).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270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270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Det mest verdifulle steget akkurat nå er 2 → 3.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4573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745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7731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Dette repoet demonstrerer nivå 4–5.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Modenhetstrapp — 5 nivåer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280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Nivå 1  ·  Autocomplete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06424"/>
            <a:ext cx="5029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Utvikler driver alt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16152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2161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9AA"/>
                </a:solidFill>
              </a:rPr>
              <a:t>GitHub Copilot tab-complete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19656"/>
            <a:ext cx="2926080" cy="713232"/>
          </a:xfrm>
          <a:prstGeom prst="roundRect">
            <a:avLst>
              <a:gd name="adj" fmla="val 6000"/>
            </a:avLst>
          </a:prstGeom>
          <a:solidFill>
            <a:srgbClr val="93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65376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Nivå 2  ·  Chat-koding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5029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Utvikler reviewer og styrer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842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9842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9AA"/>
                </a:solidFill>
              </a:rPr>
              <a:t>«Skriv denne funksjonen»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87752"/>
            <a:ext cx="4389120" cy="713232"/>
          </a:xfrm>
          <a:prstGeom prst="roundRect">
            <a:avLst>
              <a:gd name="adj" fmla="val 6000"/>
            </a:avLst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33472"/>
            <a:ext cx="4206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Nivå 3  ·  Agentisk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42616"/>
            <a:ext cx="5029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Utvikler godkjenner resultat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752344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7523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9AA"/>
                </a:solidFill>
              </a:rPr>
              <a:t>Claude Code med tool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55848"/>
            <a:ext cx="5852160" cy="713232"/>
          </a:xfrm>
          <a:prstGeom prst="roundRect">
            <a:avLst>
              <a:gd name="adj" fmla="val 6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01568"/>
            <a:ext cx="5669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Nivå 4  ·  Spekk-drevet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10712"/>
            <a:ext cx="5029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Produkteier, ikke programmerer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5204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520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← dette repoet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23944"/>
            <a:ext cx="7315200" cy="713232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9664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Nivå 5  ·  Dark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178808"/>
            <a:ext cx="5029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Definerer intensjon og kvalitet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288536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428853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← dette repoet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636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Nivå 4–5: ingen linje-for-linje review · hooks blokkerer automatisk · eval-agenten ser aldri kildekoden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Oppgaven vi løser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Transaction Compliance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Transaction Compliance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REST API i .NET 8/C# som screener finanstransaksjoner mot compliance-regler.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7AC7"/>
                </a:solidFill>
              </a:rPr>
              <a:t>Typisk DNB Liv-oppgave: veldefinert regellogikk · krever presisjon · DORA og Solvens II-relevant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Fire compliance-regler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26060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21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Beløpsgrense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786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amount &gt; 100 000 NOK
(10 000 000 øre)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" y="3410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21945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2194560"/>
            <a:ext cx="26060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221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Sanksjonsliste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5786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Mottaker i KP / IR / SY / CU / RU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1628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1628" y="3410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21945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2194560"/>
            <a:ext cx="26060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2221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Kumulativ dagsgrense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5786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Samme avsender &gt; 500 000 NOK per dag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8836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8836" y="3410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21945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4544" y="2194560"/>
            <a:ext cx="2606040" cy="347472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2221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PEP-sjekk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5786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Mottaker er PEP og amount &gt; 50 000 NOK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6044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6044" y="3410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PendingReview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94760"/>
            <a:ext cx="11155680" cy="59436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794760"/>
            <a:ext cx="64008" cy="5943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931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865"/>
                </a:solidFill>
              </a:rPr>
              <a:t>Prioritering ved konflikt: Rejected &gt; PendingReview &gt; Flagged &gt; Approved — strengeste status vinner alltid.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26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AA"/>
                </a:solidFill>
              </a:rPr>
              <a:t>Alle beløp som long (øre) — aldri decimal eller double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API-kontrakten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54864" cy="4754880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257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onsolas"/>
              </a:rPr>
              <a:t>// POST /api/v1/screen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record ScreeningRequest(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string TransactionId,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PartyInfo Sender,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PartyInfo Receiver,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long Amount,        // øre — aldri decimal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string Currency,    // ISO 4217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string? Description = null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);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record ScreeningResponse(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string RequestId,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string TransactionId,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ScreeningStatus Status,   // Approved | Rejected | Flagged | PendingReview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DateTime Timestamp,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    IReadOnlyList&lt;RuleResult&gt; Rules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Endepunkter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90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/api/v1/screen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47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Screen transaksjon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4028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67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/api/v1/screen/{requestId}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243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Hent tidligere resultat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44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015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Helsesjekk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Tech-stack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05072"/>
            <a:ext cx="1828800" cy="320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05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005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.NET 8, ASP.NET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1828800" cy="320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389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</a:rPr>
              <a:t>API-stil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89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Minimal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773168"/>
            <a:ext cx="1828800" cy="320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773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773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xUnit + FluentAssertions + WebApplicationFactory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157216"/>
            <a:ext cx="1828800" cy="320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1572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</a:rPr>
              <a:t>Beløp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1572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long (øre)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541264"/>
            <a:ext cx="1828800" cy="320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5412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</a:rPr>
              <a:t>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541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Screening Pipeline-arkitektur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7"/>
                </a:solidFill>
              </a:rPr>
              <a:t>POST /api/v1/screen  →  Request-ID middleware  →  ScreeningPipeline  →  Respons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11155680" cy="3200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65"/>
                </a:solidFill>
              </a:rPr>
              <a:t>ScreeningPipeline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06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260604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AmountThresholdRule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amount &gt; 10 000 000 øre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920240"/>
            <a:ext cx="2606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920240"/>
            <a:ext cx="26060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947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SanctionedCountryRule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21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country in KP/IR/SY/CU/RU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920240"/>
            <a:ext cx="2606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920240"/>
            <a:ext cx="260604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947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CumulativeDailyRule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221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avsender &gt; 50 000 000 øre/dag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920240"/>
            <a:ext cx="2606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920240"/>
            <a:ext cx="2606040" cy="256032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947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PepCheckRule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221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PEP + amount &gt; 5 000 000 øre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2926080"/>
            <a:ext cx="5212080" cy="502920"/>
          </a:xfrm>
          <a:prstGeom prst="roundRect">
            <a:avLst>
              <a:gd name="adj" fmla="val 50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9809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DetermineScreeningStatus()  — strengeste vinner: Rejected &gt; PendingReview &gt; Flagged &gt; Approved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033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216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37033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37216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44184" y="37033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4" y="37216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PendingReview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4816" y="37033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14816" y="37216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315968"/>
            <a:ext cx="10972800" cy="25603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34256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3865"/>
                </a:solidFill>
              </a:rPr>
              <a:t>ILogger&lt;T&gt; — alle beslutninger logges med TransactionId + RequestId (audit trail for DORA / Solvens II)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754880"/>
            <a:ext cx="11155680" cy="548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754880"/>
            <a:ext cx="64008" cy="54864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92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865"/>
                </a:solidFill>
              </a:rPr>
              <a:t>IScreeningRule er kontrakten. Ny regel = ny klasse. Pipeline endres aldri.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De fem agentene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Architect · Developer · Reviewer · Tester · 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Fem agenter — én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1155680" cy="749808"/>
          </a:xfrm>
          <a:prstGeom prst="roundRect">
            <a:avLst>
              <a:gd name="adj" fmla="val 5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2618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86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15214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5214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0FF"/>
                </a:solidFill>
              </a:rPr>
              <a:t>Løsningsarkitekt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15214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Output: doc/[feature]-plan.md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56816"/>
            <a:ext cx="11155680" cy="749808"/>
          </a:xfrm>
          <a:prstGeom prst="roundRect">
            <a:avLst>
              <a:gd name="adj" fmla="val 5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1214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12140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5A9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011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11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0FF"/>
                </a:solidFill>
              </a:rPr>
              <a:t>Senior .NET/C# utvikler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0116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Output: src/ + tests/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16352"/>
            <a:ext cx="11155680" cy="749808"/>
          </a:xfrm>
          <a:prstGeom prst="roundRect">
            <a:avLst>
              <a:gd name="adj" fmla="val 5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29809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98094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C7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287121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871216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0FF"/>
                </a:solidFill>
              </a:rPr>
              <a:t>Code review + sikkerhet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871216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Output: GODKJENT / AVVIST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75888"/>
            <a:ext cx="11155680" cy="749808"/>
          </a:xfrm>
          <a:prstGeom prst="roundRect">
            <a:avLst>
              <a:gd name="adj" fmla="val 5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" y="3840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8404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555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73075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73075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0FF"/>
                </a:solidFill>
              </a:rPr>
              <a:t>QA-ingeniør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3075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Output: Testresultat-rapport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35424"/>
            <a:ext cx="11155680" cy="749808"/>
          </a:xfrm>
          <a:prstGeom prst="roundRect">
            <a:avLst>
              <a:gd name="adj" fmla="val 5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" y="470001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70001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B482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5902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59028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0FF"/>
                </a:solidFill>
              </a:rPr>
              <a:t>Holdout evaluator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59028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Output: Satisfaction-score ≥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review + test kjøres parallelt 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Architect &amp; Developer — detaljert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5303520" cy="5212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5303520" cy="47548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4241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 1 —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</a:rPr>
              <a:t>Input: feature-beskrivelse + kodestruktur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</a:rPr>
              <a:t>Output: doc/[feature]-plan.md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</a:rPr>
              <a:t>Leverer: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Tekniske valg med begrunnelse (tabell)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Nye typer, interfaces, API-endepunkter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Avhengighetsgraf (brukes til parallellisering)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3–5 faser med akseptansekriterier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</a:rPr>
              <a:t>Nøkkelprinsipper: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Pipeline-status-mapping er eksplisitt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Regel-navn alltid snake_case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  (amount_threshold, pep_check, 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389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Ingen alternativanalyser — tar beslutninger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005840"/>
            <a:ext cx="5303520" cy="5212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005840"/>
            <a:ext cx="5303520" cy="4754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04241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 2 —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572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9E"/>
                </a:solidFill>
              </a:rPr>
              <a:t>C# kvalitet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88366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8470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long for beløp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1579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1214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record for DTOer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43230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2395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nullable 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7066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2670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async/await hele veien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9E"/>
                </a:solidFill>
              </a:rPr>
              <a:t>Domenelogikk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32841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Grenseverdier eksakte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60273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Kumulativ grense per UTC-dag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8770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PEP krever begge betingelser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9E"/>
                </a:solidFill>
              </a:rPr>
              <a:t>Testing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44988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4462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WebApplicationFactory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4736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FluentAssertions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50474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50109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Grenseverdier 9 999 999 / 10 000 001 øre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358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9E"/>
                </a:solidFill>
              </a:rPr>
              <a:t>ASP.NET 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56692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56327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Schema-validering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59436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4848" y="5907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Global exception handler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62179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4848" y="61813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Health endpoint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Reviewer · Tester · Eval — detaljert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457200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33271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 3 —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Input: endrede filer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Output: GODKJENT / AVVIST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96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Alvorlighetsgrader: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K — Kritisk: MÅ fikses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175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A — Alvorlig: BØR fikses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101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M — Moderat: vurder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02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L — Lavt: informativt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879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C7"/>
                </a:solidFill>
              </a:rPr>
              <a:t>Fokus: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Ingen .Result/.Wait()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731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Audit-logg for ALLE beslutninger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06577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Stack traces aldri i respons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35838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Sanksjonsliste: case-insensitive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00584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14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1033271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 4 — Tester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5544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Input: akseptansekriterier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8470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Output: Testresultat-rapport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1396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4323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555A"/>
                </a:solidFill>
              </a:rPr>
              <a:t>To moduser: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Kodeevaluering (uten app)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0175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  Dekker testene kravene?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3101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  Grenseverdier testet?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602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8953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API Smoke test (med app)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1879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  curl mot /api/v1/screen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4805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  Verifiserer 200/400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7731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06577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555A"/>
                </a:solidFill>
              </a:rPr>
              <a:t>OBS: Holdout-eval 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35838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eval-agentens ansvar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05840"/>
            <a:ext cx="3886200" cy="5349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005840"/>
            <a:ext cx="3886200" cy="45720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1033271"/>
            <a:ext cx="3749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 5 — 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15544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Input: API-URL + scenarios/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18470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Output: Satisfaction-score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21396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24323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Har ALDRI sett kildekoden.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27249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3017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8B482"/>
                </a:solidFill>
              </a:rPr>
              <a:t>Prosess: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33101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1. Leser alle scenario-filer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3602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2. Sender curl-requests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38953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3. Evaluerer faktisk vs forventet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41879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4. Rapporterer 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4805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7731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≥ 80% → pipeline fortsetter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50657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&lt; 80% → dev-agent fikser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3583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Foreslår ALDRI fikser selv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Kjerneprinsippene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Train/test-separasjon · Self-healing · Self-evolution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Train/Test-separasjon — det viktigste prinsippet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gradFill rotWithShape="1">
            <a:gsLst>
              <a:gs pos="0">
                <a:srgbClr val="E8F0F8"/>
              </a:gs>
              <a:gs pos="100000">
                <a:srgbClr val="D0E4F4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029200" cy="4572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TRENING  —  Dev-agenten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2004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CLAUDE.md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2004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A9E"/>
                </a:solidFill>
              </a:rPr>
              <a:t>Developer-agent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32004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363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A9E"/>
                </a:solidFill>
              </a:rPr>
              <a:t>Kode + unit-tester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130552"/>
            <a:ext cx="0" cy="201168"/>
          </a:xfrm>
          <a:prstGeom prst="line">
            <a:avLst/>
          </a:prstGeom>
          <a:ln w="25400">
            <a:solidFill>
              <a:srgbClr val="005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48840" y="2862072"/>
            <a:ext cx="0" cy="201168"/>
          </a:xfrm>
          <a:prstGeom prst="line">
            <a:avLst/>
          </a:prstGeom>
          <a:ln w="25400">
            <a:solidFill>
              <a:srgbClr val="005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94960" y="2926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94436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Kode →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005840"/>
            <a:ext cx="36576" cy="38404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AA"/>
                </a:solidFill>
              </a:rPr>
              <a:t>.claudeignore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005840"/>
            <a:ext cx="5029200" cy="3840480"/>
          </a:xfrm>
          <a:prstGeom prst="rect">
            <a:avLst/>
          </a:prstGeom>
          <a:gradFill rotWithShape="1">
            <a:gsLst>
              <a:gs pos="0">
                <a:srgbClr val="F8F0E8"/>
              </a:gs>
              <a:gs pos="100000">
                <a:srgbClr val="F4E4D0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1005840"/>
            <a:ext cx="5029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0241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TEST  —  Eval-agenten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600200"/>
            <a:ext cx="438912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733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scenarios/  ← aldri sett av dev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2331720"/>
            <a:ext cx="438912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404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Kjørende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3063240"/>
            <a:ext cx="438912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1363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B482"/>
                </a:solidFill>
              </a:rPr>
              <a:t>Satisfaction-score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98280" y="2130552"/>
            <a:ext cx="0" cy="201168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8280" y="2862072"/>
            <a:ext cx="0" cy="201168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5029200"/>
            <a:ext cx="11430000" cy="749808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64008" cy="74980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6636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865"/>
                </a:solidFill>
              </a:rPr>
              <a:t>StrongDM oppdaget at agenter som kan se testene skriver kode som gamer dem — inkludert 'return true'. Separasjonen mellom implementering og evaluering er det som gjør autonom koding trygg.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Satisfaction-metrikk — ikke binær pass/fail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Gammelt: Binær pass/fail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Alle tester grønne ✓  /  røde 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392B"/>
                </a:solidFill>
              </a:rPr>
              <a:t>Problem: tester skrevet av dev-agenten er
«in-distribution» — de tester det agenten
trodde den implementerte.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05840"/>
            <a:ext cx="5943600" cy="210312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 w="254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0789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555A"/>
                </a:solidFill>
              </a:rPr>
              <a:t>Nytt: Satisfaction-score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813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Antall holdout-scenarier bestått / totalt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288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4555A"/>
                </a:solidFill>
              </a:rPr>
              <a:t>Holdout-scenarier er «out-of-distribution»
— de tester faktisk kravoppfyllelse.
≥ 80%: pipeline fortsetter til commit.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865"/>
                </a:solidFill>
              </a:rPr>
              <a:t>Eksempel — Satisfaction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11430000" cy="384048"/>
          </a:xfrm>
          <a:prstGeom prst="rect">
            <a:avLst/>
          </a:prstGeom>
          <a:solidFill>
            <a:srgbClr val="EAF7F0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3712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01-amount-threshold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865"/>
                </a:solidFill>
              </a:rPr>
              <a:t>Faktisk: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Forventet: Flagged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78224"/>
            <a:ext cx="11430000" cy="384048"/>
          </a:xfrm>
          <a:prstGeom prst="rect">
            <a:avLst/>
          </a:prstGeom>
          <a:solidFill>
            <a:srgbClr val="EAF7F0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41330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33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239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02-sanctioned-country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23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865"/>
                </a:solidFill>
              </a:rPr>
              <a:t>Faktisk: 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123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Forventet: 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98848"/>
            <a:ext cx="11430000" cy="384048"/>
          </a:xfrm>
          <a:prstGeom prst="rect">
            <a:avLst/>
          </a:prstGeom>
          <a:solidFill>
            <a:srgbClr val="EAF7F0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45537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44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03-normal-payment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544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865"/>
                </a:solidFill>
              </a:rPr>
              <a:t>Faktisk: 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544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Forventet: Approved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19472"/>
            <a:ext cx="11430000" cy="384048"/>
          </a:xfrm>
          <a:prstGeom prst="rect">
            <a:avLst/>
          </a:prstGeom>
          <a:solidFill>
            <a:srgbClr val="FBEEEE"/>
          </a:solidFill>
          <a:ln w="6350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1480" y="49743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974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651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04-cumulative-daily-limit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651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865"/>
                </a:solidFill>
              </a:rPr>
              <a:t>Faktisk: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9651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Forventet: Flagged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40096"/>
            <a:ext cx="11430000" cy="384048"/>
          </a:xfrm>
          <a:prstGeom prst="rect">
            <a:avLst/>
          </a:prstGeom>
          <a:solidFill>
            <a:srgbClr val="EAF7F0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5394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858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05-pep-check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385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865"/>
                </a:solidFill>
              </a:rPr>
              <a:t>Faktisk: PendingReview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385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Forventet: PendingReview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639312"/>
            <a:ext cx="2560320" cy="502920"/>
          </a:xfrm>
          <a:prstGeom prst="roundRect">
            <a:avLst>
              <a:gd name="adj" fmla="val 1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 / 5 = 80%  ✓  GODKJENT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CI Self-Healing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7"/>
                </a:solidFill>
              </a:rPr>
              <a:t>Agenten er koblet til hele utviklingssyklusen — ikke bare kodegenerering.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 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GitHub Actions
dotnet build + test +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 feiler
(feilmelding)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Dev-agent
analyserer og fikser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 push
✓ CI grønn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331720.0"/>
            <a:ext cx="1764792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80560" y="2331720.0"/>
            <a:ext cx="1764792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2331720.0"/>
            <a:ext cx="1801368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62288" y="2331720.0"/>
            <a:ext cx="1810512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108960"/>
            <a:ext cx="5029200" cy="3017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54864" cy="3017520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46120"/>
            <a:ext cx="4800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onsolas"/>
              </a:rPr>
              <a:t># Se CI-status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gh run list --limit 5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# Hent feildetaljer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gh run view --log-failed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# Dispatch dev-agent</a:t>
            </a:r>
          </a:p>
          <a:p>
            <a:r>
              <a:rPr sz="1100">
                <a:solidFill>
                  <a:srgbClr val="7EC8E3"/>
                </a:solidFill>
                <a:latin typeface="Consolas"/>
              </a:rPr>
              <a:t># Prompt: "CI feiler. Output: [...]. Analyser og fiks."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108960"/>
            <a:ext cx="612648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3108960"/>
            <a:ext cx="73152" cy="82296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1546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Ingen manuell debugging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7472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Dev-agenten leser CI-output direkte og forstår feilen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4041648"/>
            <a:ext cx="612648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4041648"/>
            <a:ext cx="73152" cy="82296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0873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Full syklus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0740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Push → build → test → fiks → push — agenten eier hele løpet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4974336"/>
            <a:ext cx="612648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4974336"/>
            <a:ext cx="73152" cy="82296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2005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Null manuell intervensjon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340096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Orkestrator limer inn feilmelding, agenten fikser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Self-Evolving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Etter hver ferdigstilte feature oppdateres skills basert på funn. Fabrikken blir bedre for hver iterasjon.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
fullført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doc/[feature]-
analyse.md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508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Review-funn
analysert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508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Skills
oppdateres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508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Neste feature
fanger feilen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05456" y="1943100.0"/>
            <a:ext cx="201168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91456" y="1943100.0"/>
            <a:ext cx="201168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77456" y="1943100.0"/>
            <a:ext cx="201168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63456" y="1943100.0"/>
            <a:ext cx="201168" cy="0.0"/>
          </a:xfrm>
          <a:prstGeom prst="line">
            <a:avLst/>
          </a:prstGeom>
          <a:ln w="25400">
            <a:solidFill>
              <a:srgbClr val="889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2834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34747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86207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Bug i grenseverdi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3697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developer/SKILL.md
+ nytt sjekkpunkt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2834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39" y="2834640"/>
            <a:ext cx="34747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7" y="286207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Review glemte noe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7" y="323697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reviewer/SKILL.md
+ nytt sjekkpunkt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8" y="2834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8" y="2834640"/>
            <a:ext cx="3474720" cy="365760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6" y="286207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Testdekning-hull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6" y="323697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tester/SKILL.md
+ nytt sjekkpunkt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0" y="2834640"/>
            <a:ext cx="68580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2834640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</a:rPr>
              <a:t>...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11430000" cy="9144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480560"/>
            <a:ext cx="64008" cy="91440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865"/>
                </a:solidFill>
              </a:rPr>
              <a:t>Etter 9 iterasjoner i et parallelt prosjekt har developer/SKILL.md 80+ prosjektspesifikke gotchas akkumulert fra reelle bugs. Samme prinsipp som Memento-Skills (forskning 2026): AI-agenter som utvikler egne skills over tid uten å retrene modellen.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Kvalitetsporter &amp; Repostruktur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Hva stopper dårlig kode fra å nå prod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Fem kvalitetsporter — automatiske sperrer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521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78992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5303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Orkestrator evaluerer arkitektplan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170432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188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Blokkerer: Steg 2 — ingen kode uten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11430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975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75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901952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A9E"/>
                </a:solidFill>
              </a:rP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01952"/>
            <a:ext cx="5303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Review-agent: kritiske og alvorlige funn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993392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Blokkerer: Neste fase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651760"/>
            <a:ext cx="11430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2798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98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724912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7"/>
                </a:solidFill>
              </a:rPr>
              <a:t>Unit + Int.test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24912"/>
            <a:ext cx="5303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Test-agent: dekning og grenseverdier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816352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Blokkerer: Neste fase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74720"/>
            <a:ext cx="11430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4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621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21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547872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55A"/>
                </a:solidFill>
              </a:rPr>
              <a:t>Holdout 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47872"/>
            <a:ext cx="5303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Eval-agent: satisfaction ≥ 80%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639312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657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Blokkerer: 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297680"/>
            <a:ext cx="11430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4443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43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370832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B482"/>
                </a:solidFill>
              </a:rPr>
              <a:t>Sluttrapport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370832"/>
            <a:ext cx="5303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require-analyse.sh hook: analyse eksisterer?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462272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4480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Blokkerer: Commit (automatisk, kan ikke omgås)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</a:rPr>
              <a:t>Hooks kjøres av Claude Code-harness — de kan ikke glemmes eller omgås ved å hoppe over et steg.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Hva mennesker skriver — og aldri berører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F0F4E8"/>
          </a:solidFill>
          <a:ln w="254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457200"/>
          </a:xfrm>
          <a:prstGeom prst="rect">
            <a:avLst/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33271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Mennesker skriver (én gang)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0292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Arkitektur, regler, API-kontrakt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78024"/>
            <a:ext cx="50292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237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scenarios/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43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Holdout-fasit — akseptansekriterier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55848"/>
            <a:ext cx="50292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.claude/skills/*.md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21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Rolledefinisjon per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33672"/>
            <a:ext cx="50292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79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55A"/>
                </a:solidFill>
              </a:rPr>
              <a:t>.claude/hooks/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9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Kvalitetsporter — kjøres av harness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1206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 iterasjon — menneskelig input: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498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"Ny compliance-regel: velocity check. Maks 10 transaksjoner / 60 min."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0584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8EFE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005840"/>
            <a:ext cx="55778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03327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Aldri menneskelig ansvar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600200"/>
            <a:ext cx="53035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src/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258568"/>
            <a:ext cx="53035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350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tests/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916936"/>
            <a:ext cx="53035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008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.github/workflows/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575304"/>
            <a:ext cx="53035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666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doc/*-plan.md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233672"/>
            <a:ext cx="53035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325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doc/*-analyse.md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20640"/>
            <a:ext cx="5577840" cy="77724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212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7EC8E3"/>
                </a:solidFill>
              </a:rPr>
              <a:t>"Hvis et menneske skriver disse, er fabrikken ikke mørk."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Kom i 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0"/>
                </a:solidFill>
              </a:rPr>
              <a:t>Workshop-guide og neste steg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865"/>
                </a:solidFill>
              </a:rPr>
              <a:t>Kjøre fabrikken — trinn for trinn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02920" cy="91440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1064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Start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0642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cd dnb-compliance-dsf &amp;&amp; 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50292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122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A9E"/>
                </a:solidFill>
              </a:rPr>
              <a:t>Dispatch architect-agent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1226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Les CLAUDE.md.
Dispatch architect-agent. Les .claude/skills/architect/SKILL.md.
Lagre plan i doc/compliance-service-plan.md.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6324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502920" cy="914400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6324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7"/>
                </a:solidFill>
              </a:rPr>
              <a:t>Implementer fase for fase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1810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For hver fase: dev-agent implementerer → review + test parallelt
→ evaluer → fiks ved avvik → oppdater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6908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502920" cy="914400"/>
          </a:xfrm>
          <a:prstGeom prst="rect">
            <a:avLst/>
          </a:prstGeom>
          <a:solidFill>
            <a:srgbClr val="14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6908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1239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55A"/>
                </a:solidFill>
              </a:rPr>
              <a:t>Holdout-evaluering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2394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docker run -p 5000:8080 compliance-api
Ny agent: Les .claude/skills/eval/SKILL.md. Les scenarios/. API på http://localhost:5000.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7492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502920" cy="914400"/>
          </a:xfrm>
          <a:prstGeom prst="rect">
            <a:avLst/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07492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129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B482"/>
                </a:solidFill>
              </a:rPr>
              <a:t>Commit + 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12978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require-analyse.sh blokkerer commit uten doc/[feature]-analyse.md.
Skills oppdateres automatisk basert på funn.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0F2340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A3D0"/>
                </a:solidFill>
              </a:rPr>
              <a:t>Nøkkelpunkter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4572000" cy="36576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78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CLAUDE.md er 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07899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Kvaliteten på input bestemmer kvaliteten på output. Briefingen til en senior-utvikler dag én.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379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Train/test-separasjon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837944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.claudeignore holder scenarios/ borte fra dev-agenten. Det gjør autonom koding trygg.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96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Satisfaction &gt; pass/fail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596896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Holdout-scenarier tester faktisk kravoppfyllelse, ikke bare det agenten trodde den implementerte.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558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Skills selvjusterer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35584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analyse.md → skill-oppdatering → neste feature fanger feilen automatisk.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Hooks er ufravikelige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11480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Kvalitetsporter kjørt av harness — kan ikke glemmes, kan ikke omgås.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73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D0"/>
                </a:solidFill>
              </a:rPr>
              <a:t>Erfaring er mer verdifull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87375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5"/>
                </a:solidFill>
              </a:rPr>
              <a:t>Den som vet hva 'riktig' betyr i et forsikringssystem definerer kvaliteten. Det er DNB Liv.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3865"/>
              </a:gs>
              <a:gs pos="100000">
                <a:srgbClr val="005A9E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2286000"/>
            <a:ext cx="2743200" cy="2743200"/>
          </a:xfrm>
          <a:prstGeom prst="ellipse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Spørsmål?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C4E0"/>
                </a:solidFill>
              </a:rPr>
              <a:t>Dark Software Factory · DNB Liv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3657600" cy="36576"/>
          </a:xfrm>
          <a:prstGeom prst="rect">
            <a:avLst/>
          </a:prstGeom>
          <a:solidFill>
            <a:srgbClr val="007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9300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Velg én tjeneste i DNB Liv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02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684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Skriv CLAUDE.md for den tjenesten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256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8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256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4398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Kjør første agent-syklus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C4E0"/>
                </a:solidFill>
              </a:rPr>
              <a:t>"Ikke hopp til nivå 5 — bygg tillit inkrementelt.
Nivå 3 alene er en 10x-forbedring for de fleste team."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